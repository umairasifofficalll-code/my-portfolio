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91695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Remake Greenlight Strategy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 Genre, Budget &amp; Ratings Decisions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of 500 Theatrical Releases, 2010–2025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Strategy Briefing  |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of the Last Six Releases Barely Broke Even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2606040" cy="54864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134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Box-Office Slump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898648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the last 6 releases barely broke even; the 6th produced a significant loss.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00200"/>
            <a:ext cx="2606040" cy="54864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3134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Misallocation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898648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budgets committed without a clear view of genre or rating risk-to-return.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00200"/>
            <a:ext cx="2606040" cy="54864"/>
          </a:xfrm>
          <a:prstGeom prst="rect">
            <a:avLst/>
          </a:prstGeom>
          <a:solidFill>
            <a:srgbClr val="0F17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82512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3134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Predictive Greenlight Process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898648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budget, and marketing-split decisions rely on intuition, not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600200"/>
            <a:ext cx="2606040" cy="54864"/>
          </a:xfrm>
          <a:prstGeom prst="rect">
            <a:avLst/>
          </a:prstGeom>
          <a:solidFill>
            <a:srgbClr val="C81E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17152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2313432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Theatrical Velocity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2898648"/>
            <a:ext cx="22768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aren't generating enough preview + opening-weekend momentum to clear break-even.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77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capital is being deployed at scale, but the studio has no repeatable way to know in advance which titles will recover it.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— OPENING WEEKEND DRIVERS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Moves the Opening Weekend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0" descr="charts/01_correlation_dri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309360" cy="3785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86600" y="14813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4996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Night Revenue → Opening Weekend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865376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Thursday preview is an almost deterministic signal of full weekend scale.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614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Costs → Opening Weekend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127248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openings require heavy upfront ad spend, not just a strong film.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4005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0233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$100M+ openers are PG-13 / PG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366760" y="43891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Broad-audience accessibility is a precondition for a nine-figure debut.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BUDGET VS. 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Budgets Grow Revenue — But Shrink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0" descr="charts/05_budget_vs_op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6949440" cy="40416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50876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01000" y="1481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8105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budgets raise raw box office but compress percentage ROI and downside risk.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26680" y="288036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0100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recovery is a marathon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1821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weekend is only ~30.8% of lifetime revenue — recovering ≥35% of cost in 72 hrs predicts profitability 84% of the time.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26680" y="425196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224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$100M–$130M risk zone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5537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flattens relative to spend past this range — international distribution becomes essential.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GENRE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and Safety Come From Different Genres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0" descr="charts/02_genre_bench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1042416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 — GENRE RISK 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Horror &amp; Comedy Carry the Safest Margins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5" name="Image 0" descr="charts/03_roi_by_gen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537960" cy="416052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600200"/>
          <a:ext cx="4434840" cy="1920240"/>
        </p:xfrm>
        <a:graphic>
          <a:graphicData uri="http://schemas.openxmlformats.org/drawingml/2006/table">
            <a:tbl>
              <a:tblPr/>
              <a:tblGrid>
                <a:gridCol w="1600200"/>
                <a:gridCol w="28346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Genres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</a:rPr>
                        <a:t>Volume Leaders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</a:rPr>
                        <a:t>Action, Sci-Fi, Adventure, Animation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</a:rPr>
                        <a:t>Efficiency Leaders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</a:rPr>
                        <a:t>Horror (51.6% ROI), Comedy (42.0% ROI)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E3A"/>
                          </a:solidFill>
                        </a:rPr>
                        <a:t>Underperformer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02C"/>
                          </a:solidFill>
                        </a:rPr>
                        <a:t>Standalone Drama (19.1% ROI)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269480" y="374904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and Comedy scale modestly but convert their low spend into the safest margins in the portfolio. Drama is dominated on both scale and safety.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“2 + 4” Balanced Annual Slate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A2340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TENTPOLE REMAKES / YEAR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IP in Animation &amp; Adventure/Action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$70M–$95M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PG / PG-13 for broad reach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anchor market share &amp; global licensing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A2340"/>
          </a:solidFill>
          <a:ln w="15875">
            <a:solidFill>
              <a:srgbClr val="C81E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MID/LOW-BUDGET GENRE REMAKES / YEAR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918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&amp; high-concept Comedy catalog titles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$15M–$35M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production floor, high margin safety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9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reliable cash flow that hedges tentpole risk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2–4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Distribution &amp; Greenlight Discipline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1645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45%–55%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Marketing-to-Budget Mandate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marketing spend near half of production budget; front-load 60%+ before Thursday previews to drive opening momentum.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to Streaming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560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Standalone Dramas Off Theatrical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3832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ROI (19.1%) and weakest opening velocity of any genre — better matched to VOD, streaming, or licensing.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83296" y="160020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2F0EA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1896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$100M Cap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5603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Greenlight Gates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33832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non-franchise standalone remakes at $100M unless paired with a PG/PG-13 rating and strong multi-quadrant brand awareness.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the slate. Gate the spend. Let the data pick the risk.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tentpoles for scale, four genre titles for safety, a fixed marketing ratio, and hard greenlight gates — replacing intuition with a repeatable framework built on 500 releases of box-office history.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ROI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odds @ 35% recovery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Preview→Weekend correlation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3794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43708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ROI (lowest)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675888"/>
            <a:ext cx="10058400" cy="13716"/>
          </a:xfrm>
          <a:prstGeom prst="rect">
            <a:avLst/>
          </a:prstGeom>
          <a:solidFill>
            <a:srgbClr val="2C35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MEGA-PIK ENTERTAINMENT  •  REMAKE GREENLIGHT STRATEGY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2026-08-30T11:26:04Z</dcterms:created>
  <dcterms:modified xsi:type="dcterms:W3CDTF">2026-08-30T11:26:04Z</dcterms:modified>
</cp:coreProperties>
</file>